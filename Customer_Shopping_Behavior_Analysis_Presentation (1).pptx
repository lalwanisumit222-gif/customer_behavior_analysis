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138BC-8DBD-4712-A85B-0E520224C973}" v="5" dt="2026-02-04T13:47:10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24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705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22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15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58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135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84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684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641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94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013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857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5233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122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46386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997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98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6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Shopping Behavior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| SQL | Excel</a:t>
            </a:r>
          </a:p>
          <a:p>
            <a:r>
              <a:t>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customer shopping behavior using transactional data</a:t>
            </a:r>
          </a:p>
          <a:p>
            <a:r>
              <a:t>• 3,900 purchase records across multiple product categories</a:t>
            </a:r>
          </a:p>
          <a:p>
            <a:r>
              <a:t>• Objective: Generate insights to support data-driven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Rows: 3,900 | Columns: 18</a:t>
            </a:r>
          </a:p>
          <a:p>
            <a:r>
              <a:t>• Customer demographics: Age, Gender, Location, Subscription Status</a:t>
            </a:r>
          </a:p>
          <a:p>
            <a:r>
              <a:t>• Purchase &amp; behavior data: Amount, Category, Discounts, Reviews</a:t>
            </a:r>
          </a:p>
          <a:p>
            <a:r>
              <a:t>• Missing values: 37 in Review Rating column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 using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Initial data exploration and structure analysis</a:t>
            </a:r>
          </a:p>
          <a:p>
            <a:r>
              <a:t>• Missing value treatment using median ratings by category</a:t>
            </a:r>
          </a:p>
          <a:p>
            <a:r>
              <a:t>• Standardized column names (snake_case)</a:t>
            </a:r>
          </a:p>
          <a:p>
            <a:r>
              <a:t>• Feature engineering: age_group, purchase_frequency_days</a:t>
            </a:r>
          </a:p>
          <a:p>
            <a:r>
              <a:t>• Removed redundant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comparison by gender</a:t>
            </a:r>
          </a:p>
          <a:p>
            <a:r>
              <a:t>• High-spending customers using discounts</a:t>
            </a:r>
          </a:p>
          <a:p>
            <a:r>
              <a:t>• Top 5 products by average review rating</a:t>
            </a:r>
          </a:p>
          <a:p>
            <a:r>
              <a:t>• Shipping type vs purchase amount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Subscribers vs non-subscribers spending behavior</a:t>
            </a:r>
          </a:p>
          <a:p>
            <a:r>
              <a:t>• Discount-dependent products identification</a:t>
            </a:r>
          </a:p>
          <a:p>
            <a:r>
              <a:t>• Customer segmentation: New, Returning, Loyal</a:t>
            </a:r>
          </a:p>
          <a:p>
            <a:r>
              <a:t>• Revenue contribution by age group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visualizations for business users</a:t>
            </a:r>
          </a:p>
          <a:p>
            <a:r>
              <a:t>• Sales trends and customer segmentation</a:t>
            </a:r>
          </a:p>
          <a:p>
            <a:r>
              <a:t>• Revenue by demographics and product categories</a:t>
            </a:r>
          </a:p>
          <a:p>
            <a:r>
              <a:t>• Actionable insights at a glance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Promote subscription benefits to increase retention</a:t>
            </a:r>
          </a:p>
          <a:p>
            <a:r>
              <a:t>• Introduce loyalty programs for repeat buyers</a:t>
            </a:r>
          </a:p>
          <a:p>
            <a:r>
              <a:t>• Optimize discount strategies</a:t>
            </a:r>
          </a:p>
          <a:p>
            <a:r>
              <a:t>• Focus marketing on high-value age groups and 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Combined Excel, SQL, and Power BI for end-to-end analysis</a:t>
            </a:r>
          </a:p>
          <a:p>
            <a:r>
              <a:t>• Identified key revenue drivers and customer segments</a:t>
            </a:r>
          </a:p>
          <a:p>
            <a:r>
              <a:t>• Insights can directly support strategic business decisions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Organic</vt:lpstr>
      <vt:lpstr>Customer Shopping Behavior Analysis</vt:lpstr>
      <vt:lpstr>Project Overview</vt:lpstr>
      <vt:lpstr>Dataset Summary</vt:lpstr>
      <vt:lpstr>Data Preparation using Excel</vt:lpstr>
      <vt:lpstr>Data Analysis using SQL</vt:lpstr>
      <vt:lpstr>Advanced Business Insights</vt:lpstr>
      <vt:lpstr>Power BI Dashboard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</cp:revision>
  <dcterms:created xsi:type="dcterms:W3CDTF">2013-01-27T09:14:16Z</dcterms:created>
  <dcterms:modified xsi:type="dcterms:W3CDTF">2026-02-04T13:47:26Z</dcterms:modified>
  <cp:category/>
</cp:coreProperties>
</file>